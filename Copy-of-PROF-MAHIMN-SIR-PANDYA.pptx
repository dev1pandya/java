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.png"/><Relationship Id="rId12" Type="http://schemas.openxmlformats.org/officeDocument/2006/relationships/image" Target="../media/image-5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695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Multi-Agent Systems (MAS)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09254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introduction to intelligent, collaborative computing systems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1514252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5B5F7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72819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Presented by: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 Pandya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Aman Ajmeri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Divyesh Rathod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830339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5B5F7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96119" y="304427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Guided by: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3483694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11111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PROF. MAHIMN SIR PANDYA</a:t>
            </a:r>
            <a:endParaRPr lang="en-US" sz="3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929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Introduction to Multi-Agent Systems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27870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software runs as a single, centralised program. But real-world problems — from traffic management to financial trading — demand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distributed, intelligent, and collaborative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solutions. Multi-Agent Systems answer that call by modelling complex interactions between autonomous entities.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21409"/>
            <a:ext cx="2290465" cy="8754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2640" y="2967930"/>
            <a:ext cx="1997422" cy="27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Distributed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42640" y="3323555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No single point of control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8342" y="2821409"/>
            <a:ext cx="2290539" cy="8754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74863" y="2967930"/>
            <a:ext cx="1997497" cy="27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Collaborative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3074863" y="3323555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Agents work together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38649"/>
            <a:ext cx="4722763" cy="8754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2640" y="3985171"/>
            <a:ext cx="4429720" cy="27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Intelligent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42640" y="434079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Each agent reasons and decides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is a Multi-Agent System?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530599"/>
            <a:ext cx="415587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6C63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Multi-Agent System (MAS)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a system composed of multiple interacting intelligent agents — software entities that perceive their environment, make autonomous decisions, and act to achieve goals.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9696" y="704255"/>
            <a:ext cx="3822874" cy="382287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606751"/>
            <a:ext cx="2693640" cy="3777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586" y="4687119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Agent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614586" y="4819055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autonomous entity with sensors, reasoning, and actuators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5180" y="4606751"/>
            <a:ext cx="2693640" cy="3777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43647" y="4687119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Environment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3343647" y="4819055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shared space in which agents operate and interact</a:t>
            </a:r>
            <a:endParaRPr lang="en-US" sz="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4241" y="4606751"/>
            <a:ext cx="2693640" cy="3777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2708" y="4687119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Interaction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6072708" y="4819055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Communication, cooperation, or competition between agents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Multi-Agent Systems Work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10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MAS operates through a continuous cycle of perception, reasoning, and action — all happening in parallel across agents.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324" y="828303"/>
            <a:ext cx="7867352" cy="3845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3942" y="2151434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Perceive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71158" y="1271063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75856" y="3080715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30616" y="3977390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Communicate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713684"/>
            <a:ext cx="8608963" cy="10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may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cooperate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(share goals),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compete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(pursue conflicting goals), or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negotiate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reach agreements — all without centralised control.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10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Features &amp; Characteristics of MAS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70608"/>
            <a:ext cx="4004965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331416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Autonomy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1637928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control their own actions without external commands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170608"/>
            <a:ext cx="4005039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1331416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Reactivity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1637928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perceive and respond to environment changes in real time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94124"/>
            <a:ext cx="4004965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3127" y="2554932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Proactiveness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3127" y="2861444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take initiative to pursue goals, not just react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2394124"/>
            <a:ext cx="4005039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9851" y="2554932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Social Ability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79851" y="2861444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communicate and collaborate using shared protocols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17640"/>
            <a:ext cx="4004965" cy="10817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3127" y="3778448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33127" y="4084960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use reasoning, learning, or planning to make decisions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2842" y="3617640"/>
            <a:ext cx="4005039" cy="108175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79851" y="3778448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Emergence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879851" y="4084960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Complex system-level behaviour arises from simple agent rules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903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Important Considerations in MAS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183184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5939" y="1208112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9683" y="1228799"/>
            <a:ext cx="349024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Coordination &amp; Conflict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9683" y="1561058"/>
            <a:ext cx="3490243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do agents avoid stepping on each other's goals? Mechanisms like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B82F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negotiation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B82F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auctions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B82F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voting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are essential.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242813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939" y="2453060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9683" y="2473747"/>
            <a:ext cx="349024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Communication Protocols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9683" y="2806005"/>
            <a:ext cx="349024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 languages like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FIPA-ACL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KQML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enable structured, meaningful agent-to-agent dialogue.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346710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939" y="349202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9683" y="3512716"/>
            <a:ext cx="349024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9683" y="3844975"/>
            <a:ext cx="349024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must perform reliably as the number of agents grows — from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tens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thousands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8836" y="1183184"/>
            <a:ext cx="3913808" cy="10433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43177" y="1330375"/>
            <a:ext cx="3562276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Trust &amp; Security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43177" y="1667396"/>
            <a:ext cx="35622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Malicious agents can disrupt the system;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trust models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authentication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are critical.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8836" y="2351112"/>
            <a:ext cx="3913808" cy="1043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43177" y="2498303"/>
            <a:ext cx="3562276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⚖️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Fairness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943177" y="2835325"/>
            <a:ext cx="35622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Resource allocation and task distribution must be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equitable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among competing agents.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8836" y="3519041"/>
            <a:ext cx="3913808" cy="1043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43177" y="3666232"/>
            <a:ext cx="3562276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Adaptability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43177" y="4003253"/>
            <a:ext cx="35622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must handle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unpredictable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environments gracefully.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41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Common Usages &amp; Applications of MAS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40619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00623"/>
            <a:ext cx="190500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🚗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82F6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Smart Transportation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96119" y="3222054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Traffic light coordination, autonomous vehicles, and route optimisation in real time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740619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00623"/>
            <a:ext cx="1905074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🏭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8B5CF6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Industrial Automation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2578298" y="3222054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Coordinated robots in manufacturing, warehouse logistics, and supply chain management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740619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00623"/>
            <a:ext cx="1905074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59E0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Financial Trading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4660553" y="3222054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Algorithmic trading bots that negotiate, compete, and adapt in live markets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740619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00623"/>
            <a:ext cx="1905074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0B98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Smart Environments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742807" y="3222054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IoT ecosystems where devices autonomously manage energy, security, and comfort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5797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Conclusion: Key Takeaways on MAS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496119" y="1403300"/>
            <a:ext cx="2303190" cy="1129457"/>
          </a:xfrm>
          <a:prstGeom prst="roundRect">
            <a:avLst>
              <a:gd name="adj" fmla="val 4778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9320" y="1536502"/>
            <a:ext cx="2036787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🔑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Distributed Intelligence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9320" y="1811759"/>
            <a:ext cx="2036787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2B2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replaces single-point control with collaborative, autonomous agents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15692" y="1403300"/>
            <a:ext cx="2303190" cy="1129457"/>
          </a:xfrm>
          <a:prstGeom prst="roundRect">
            <a:avLst>
              <a:gd name="adj" fmla="val 4778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48893" y="1536502"/>
            <a:ext cx="2036787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Emergent Behaviour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48893" y="1811759"/>
            <a:ext cx="20367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2B2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Complex outcomes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arise from simple, local agent interactions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2649141"/>
            <a:ext cx="4722763" cy="737592"/>
          </a:xfrm>
          <a:prstGeom prst="roundRect">
            <a:avLst>
              <a:gd name="adj" fmla="val 7316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320" y="2782342"/>
            <a:ext cx="4456361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Real-World Impact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9320" y="3057599"/>
            <a:ext cx="44563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2B2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From traffic to trading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MAS powers some of today's most critical systems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517702"/>
            <a:ext cx="4722763" cy="873100"/>
          </a:xfrm>
          <a:prstGeom prst="roundRect">
            <a:avLst>
              <a:gd name="adj" fmla="val 6180"/>
            </a:avLst>
          </a:prstGeom>
          <a:solidFill>
            <a:srgbClr val="E2E3E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57" y="3699123"/>
            <a:ext cx="160586" cy="1284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3581" y="3666158"/>
            <a:ext cx="4176861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Final Thought: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As AI and IoT continue to evolve, Multi-Agent Systems will become the backbone of intelligent, adaptive, and scalable solutions across every industry.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7519" y="4521771"/>
            <a:ext cx="5179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Thank you for giving your time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2026-07-26T11:20:03Z</dcterms:created>
  <dcterms:modified xsi:type="dcterms:W3CDTF">2026-07-26T11:20:03Z</dcterms:modified>
</cp:coreProperties>
</file>